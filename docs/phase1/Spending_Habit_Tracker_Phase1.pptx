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183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Spending Habit Tracker</a:t>
            </a:r>
          </a:p>
          <a:p>
            <a:r>
              <a:t>Phase 1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Team Members:</a:t>
            </a:r>
          </a:p>
          <a:p>
            <a:r>
              <a:rPr dirty="0"/>
              <a:t>• </a:t>
            </a:r>
            <a:r>
              <a:rPr lang="en-US" dirty="0" err="1"/>
              <a:t>Roumaysae</a:t>
            </a:r>
            <a:r>
              <a:rPr lang="en-US" dirty="0"/>
              <a:t> </a:t>
            </a:r>
            <a:r>
              <a:rPr lang="en-US" dirty="0" err="1"/>
              <a:t>Jerari</a:t>
            </a:r>
            <a:endParaRPr dirty="0"/>
          </a:p>
          <a:p>
            <a:r>
              <a:rPr dirty="0"/>
              <a:t>• </a:t>
            </a:r>
            <a:r>
              <a:rPr lang="en-US" dirty="0"/>
              <a:t>Alex Hildreth</a:t>
            </a:r>
            <a:endParaRPr dirty="0"/>
          </a:p>
          <a:p>
            <a:r>
              <a:rPr dirty="0"/>
              <a:t>• </a:t>
            </a:r>
            <a:r>
              <a:rPr lang="en-US" dirty="0"/>
              <a:t>Nick Schott</a:t>
            </a:r>
            <a:endParaRPr dirty="0"/>
          </a:p>
          <a:p>
            <a:r>
              <a:rPr dirty="0"/>
              <a:t>• </a:t>
            </a:r>
            <a:r>
              <a:rPr lang="en-US" dirty="0"/>
              <a:t>Eva Buesse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idea came from personal experiences managing money.</a:t>
            </a:r>
          </a:p>
          <a:p>
            <a:r>
              <a:t>Many people overspend without realizing it.</a:t>
            </a:r>
          </a:p>
          <a:p>
            <a:r>
              <a:t>We wanted a simple and practical tracking tool.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Users lack awareness of daily spending.</a:t>
            </a:r>
          </a:p>
          <a:p>
            <a:r>
              <a:t>Expenses are scattered across multiple places.</a:t>
            </a:r>
          </a:p>
          <a:p>
            <a:r>
              <a:t>Current tools are often too complex.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Proposal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web-based spending habit tracker.</a:t>
            </a:r>
          </a:p>
          <a:p>
            <a:r>
              <a:t>Users can log expenses by category.</a:t>
            </a:r>
          </a:p>
          <a:p>
            <a:r>
              <a:t>Provides summaries of spending habits.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 End (User Interface)</a:t>
            </a:r>
          </a:p>
          <a:p>
            <a:r>
              <a:t>Back End (Server &amp; APIs)</a:t>
            </a:r>
          </a:p>
          <a:p>
            <a:r>
              <a:t>Database</a:t>
            </a:r>
          </a:p>
          <a:p>
            <a:r>
              <a:t>GitHub Repository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 End: Dashboard, Add Expense, Transactions</a:t>
            </a:r>
          </a:p>
          <a:p>
            <a:r>
              <a:t>Back End: Authentication, Expense Processing</a:t>
            </a:r>
          </a:p>
          <a:p>
            <a:r>
              <a:t>Database: Users &amp; Expenses Tables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JavaScript (Front End &amp; Back End)</a:t>
            </a:r>
          </a:p>
          <a:p>
            <a:r>
              <a:t>Node.js &amp; Express</a:t>
            </a:r>
          </a:p>
          <a:p>
            <a:r>
              <a:t>MySQL or MongoDB</a:t>
            </a:r>
          </a:p>
          <a:p>
            <a:r>
              <a:t>GitHub for collaboration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Statement of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 front-end UI</a:t>
            </a:r>
          </a:p>
          <a:p>
            <a:r>
              <a:t>Implement backend APIs</a:t>
            </a:r>
          </a:p>
          <a:p>
            <a:r>
              <a:t>Design database schema</a:t>
            </a:r>
          </a:p>
          <a:p>
            <a:r>
              <a:t>Maintain GitHub repository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Planned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Budget alerts</a:t>
            </a:r>
          </a:p>
          <a:p>
            <a:r>
              <a:t>Charts and analytics</a:t>
            </a:r>
          </a:p>
          <a:p>
            <a:r>
              <a:t>Mobile optimization</a:t>
            </a:r>
          </a:p>
          <a:p>
            <a:r>
              <a:t>Data export features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Nick</a:t>
            </a:r>
            <a:r>
              <a:rPr dirty="0"/>
              <a:t>: Front End Development</a:t>
            </a:r>
          </a:p>
          <a:p>
            <a:r>
              <a:rPr lang="en-US" dirty="0"/>
              <a:t>Alex</a:t>
            </a:r>
            <a:r>
              <a:rPr dirty="0"/>
              <a:t>: Back End Development</a:t>
            </a:r>
          </a:p>
          <a:p>
            <a:r>
              <a:rPr lang="en-US" dirty="0" err="1"/>
              <a:t>Roumaysae</a:t>
            </a:r>
            <a:r>
              <a:rPr lang="en-US" dirty="0"/>
              <a:t> </a:t>
            </a:r>
            <a:r>
              <a:rPr dirty="0"/>
              <a:t>: Database Design</a:t>
            </a:r>
          </a:p>
          <a:p>
            <a:r>
              <a:rPr lang="en-US" dirty="0"/>
              <a:t>Eva</a:t>
            </a:r>
            <a:r>
              <a:rPr dirty="0"/>
              <a:t>: Documentation &amp; GitHub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204</Words>
  <Application>Microsoft Office PowerPoint</Application>
  <PresentationFormat>On-screen Show (4:3)</PresentationFormat>
  <Paragraphs>48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Spending Habit Tracker Phase 1 Presentation</vt:lpstr>
      <vt:lpstr>Project Idea</vt:lpstr>
      <vt:lpstr>Problem Statement</vt:lpstr>
      <vt:lpstr>Project Proposal</vt:lpstr>
      <vt:lpstr>System Components</vt:lpstr>
      <vt:lpstr>Module Breakdown</vt:lpstr>
      <vt:lpstr>Technology Used</vt:lpstr>
      <vt:lpstr>Statement of Work</vt:lpstr>
      <vt:lpstr>Planned Future Work</vt:lpstr>
      <vt:lpstr>Team Responsibilities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Buesse</dc:creator>
  <cp:keywords/>
  <dc:description>generated using python-pptx</dc:description>
  <cp:lastModifiedBy>Eva Buesse</cp:lastModifiedBy>
  <cp:revision>3</cp:revision>
  <dcterms:created xsi:type="dcterms:W3CDTF">2013-01-27T09:14:16Z</dcterms:created>
  <dcterms:modified xsi:type="dcterms:W3CDTF">2026-02-15T14:37:09Z</dcterms:modified>
  <cp:category/>
</cp:coreProperties>
</file>