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22469C-47B1-4613-8DB6-1F2FC0E34B6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409B6C-98DA-45B7-B60D-BE2AEAD4C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45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54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Adjusted to just have team member names on 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91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can be changed later when project idea decided. We will state all ideas we had here then state the one we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523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Would like to change this to three different slides that say what will be on the front end, backend, and database(although the database part may not be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840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this with previous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144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with previous slide and instead make this the cutting edge technology we will 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744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change this once we figure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95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adjust this after meeting wed.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56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55561-EDBC-B745-9241-EB25A94CA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Name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2C756-6113-FB93-FAFE-2D543974A3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Phase 1</a:t>
            </a:r>
          </a:p>
        </p:txBody>
      </p:sp>
    </p:spTree>
    <p:extLst>
      <p:ext uri="{BB962C8B-B14F-4D97-AF65-F5344CB8AC3E}">
        <p14:creationId xmlns:p14="http://schemas.microsoft.com/office/powerpoint/2010/main" val="1253724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Team Members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Manager</a:t>
            </a:r>
          </a:p>
          <a:p>
            <a:pPr lvl="1"/>
            <a:r>
              <a:rPr lang="en-US" dirty="0"/>
              <a:t>Alex Hildreth</a:t>
            </a:r>
          </a:p>
          <a:p>
            <a:r>
              <a:rPr lang="en-US" dirty="0"/>
              <a:t>Developers</a:t>
            </a:r>
          </a:p>
          <a:p>
            <a:pPr lvl="1"/>
            <a:r>
              <a:rPr lang="en-US" dirty="0" err="1"/>
              <a:t>Roumaysae</a:t>
            </a:r>
            <a:r>
              <a:rPr lang="en-US" dirty="0"/>
              <a:t> </a:t>
            </a:r>
            <a:r>
              <a:rPr lang="en-US" dirty="0" err="1"/>
              <a:t>Jerari</a:t>
            </a:r>
            <a:endParaRPr lang="en-US" dirty="0"/>
          </a:p>
          <a:p>
            <a:pPr lvl="1"/>
            <a:r>
              <a:rPr lang="en-US" dirty="0"/>
              <a:t>Nick Schott</a:t>
            </a:r>
          </a:p>
          <a:p>
            <a:pPr lvl="1"/>
            <a:r>
              <a:rPr lang="en-US" dirty="0"/>
              <a:t>Eva Buesse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Idea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idea came from personal experiences managing money.</a:t>
            </a:r>
          </a:p>
          <a:p>
            <a:r>
              <a:rPr dirty="0"/>
              <a:t>Many people overspend without realizing it.</a:t>
            </a:r>
          </a:p>
          <a:p>
            <a:r>
              <a:rPr dirty="0"/>
              <a:t>We wanted a simple and practical tracking tool.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Users lack awareness of daily spending.</a:t>
            </a:r>
          </a:p>
          <a:p>
            <a:r>
              <a:t>Expenses are scattered across multiple places.</a:t>
            </a:r>
          </a:p>
          <a:p>
            <a:r>
              <a:t>Current tools are often too complex.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web-based spending habit tracker.</a:t>
            </a:r>
          </a:p>
          <a:p>
            <a:r>
              <a:t>Users can log expenses by category.</a:t>
            </a:r>
          </a:p>
          <a:p>
            <a:r>
              <a:t>Provides summaries of spending habits.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Front End (User Interface)</a:t>
            </a:r>
          </a:p>
          <a:p>
            <a:r>
              <a:rPr dirty="0"/>
              <a:t>Back End (Server &amp; APIs)</a:t>
            </a:r>
          </a:p>
          <a:p>
            <a:r>
              <a:rPr dirty="0"/>
              <a:t>Database</a:t>
            </a:r>
          </a:p>
          <a:p>
            <a:r>
              <a:rPr dirty="0"/>
              <a:t>GitHub Repository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 End: Dashboard, Add Expense, Transactions</a:t>
            </a:r>
          </a:p>
          <a:p>
            <a:r>
              <a:t>Back End: Authentication, Expense Processing</a:t>
            </a:r>
          </a:p>
          <a:p>
            <a:r>
              <a:t>Database: Users &amp; Expenses Tables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JavaScript (Front End &amp; Back End)</a:t>
            </a:r>
          </a:p>
          <a:p>
            <a:r>
              <a:t>Node.js &amp; Express</a:t>
            </a:r>
          </a:p>
          <a:p>
            <a:r>
              <a:t>MySQL or MongoDB</a:t>
            </a:r>
          </a:p>
          <a:p>
            <a:r>
              <a:t>GitHub for collaboration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Develop front-end UI</a:t>
            </a:r>
          </a:p>
          <a:p>
            <a:r>
              <a:t>Implement backend APIs</a:t>
            </a:r>
          </a:p>
          <a:p>
            <a:r>
              <a:t>Design database schema</a:t>
            </a:r>
          </a:p>
          <a:p>
            <a:r>
              <a:t>Maintain GitHub repository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Planned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Budget alerts</a:t>
            </a:r>
          </a:p>
          <a:p>
            <a:r>
              <a:rPr dirty="0"/>
              <a:t>Charts and analytics</a:t>
            </a:r>
          </a:p>
          <a:p>
            <a:r>
              <a:rPr dirty="0"/>
              <a:t>Mobile optimization</a:t>
            </a:r>
          </a:p>
          <a:p>
            <a:r>
              <a:rPr dirty="0"/>
              <a:t>Data export features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E8D1-81EA-F86A-454D-B46FDDF2B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2F8B8-796D-0FFB-55CA-F89133AE43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4160" y="1320800"/>
            <a:ext cx="8422640" cy="48053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Phase 1</a:t>
            </a:r>
          </a:p>
          <a:p>
            <a:pPr lvl="1"/>
            <a:r>
              <a:rPr lang="en-US" dirty="0"/>
              <a:t>February 22</a:t>
            </a:r>
          </a:p>
          <a:p>
            <a:pPr lvl="1"/>
            <a:r>
              <a:rPr lang="en-US" dirty="0"/>
              <a:t>Brainstorm Ideas and select project to propose</a:t>
            </a:r>
          </a:p>
          <a:p>
            <a:r>
              <a:rPr lang="en-US" dirty="0"/>
              <a:t>Phase 2</a:t>
            </a:r>
          </a:p>
          <a:p>
            <a:pPr lvl="1"/>
            <a:r>
              <a:rPr lang="en-US" dirty="0"/>
              <a:t>March 22</a:t>
            </a:r>
          </a:p>
          <a:p>
            <a:pPr lvl="1"/>
            <a:r>
              <a:rPr lang="en-US" dirty="0"/>
              <a:t> Frontend development</a:t>
            </a:r>
          </a:p>
          <a:p>
            <a:r>
              <a:rPr lang="en-US" dirty="0"/>
              <a:t>Phase 3</a:t>
            </a:r>
          </a:p>
          <a:p>
            <a:pPr lvl="1"/>
            <a:r>
              <a:rPr lang="en-US" dirty="0"/>
              <a:t>April 19</a:t>
            </a:r>
          </a:p>
          <a:p>
            <a:pPr lvl="1"/>
            <a:r>
              <a:rPr lang="en-US" dirty="0"/>
              <a:t>Backend development</a:t>
            </a:r>
          </a:p>
          <a:p>
            <a:r>
              <a:rPr lang="en-US" dirty="0"/>
              <a:t>Phase 4</a:t>
            </a:r>
          </a:p>
          <a:p>
            <a:pPr lvl="1"/>
            <a:r>
              <a:rPr lang="en-US" dirty="0"/>
              <a:t>May 11</a:t>
            </a:r>
          </a:p>
          <a:p>
            <a:pPr lvl="1"/>
            <a:r>
              <a:rPr lang="en-US" dirty="0"/>
              <a:t>Test and debug </a:t>
            </a:r>
          </a:p>
        </p:txBody>
      </p:sp>
    </p:spTree>
    <p:extLst>
      <p:ext uri="{BB962C8B-B14F-4D97-AF65-F5344CB8AC3E}">
        <p14:creationId xmlns:p14="http://schemas.microsoft.com/office/powerpoint/2010/main" val="983829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Nick</a:t>
            </a:r>
            <a:r>
              <a:rPr dirty="0"/>
              <a:t>: Front End Development</a:t>
            </a:r>
          </a:p>
          <a:p>
            <a:r>
              <a:rPr lang="en-US" dirty="0"/>
              <a:t>Alex</a:t>
            </a:r>
            <a:r>
              <a:rPr dirty="0"/>
              <a:t>: Back End Development</a:t>
            </a:r>
          </a:p>
          <a:p>
            <a:r>
              <a:rPr lang="en-US" dirty="0" err="1"/>
              <a:t>Roumaysae</a:t>
            </a:r>
            <a:r>
              <a:rPr lang="en-US" dirty="0"/>
              <a:t> </a:t>
            </a:r>
            <a:r>
              <a:rPr dirty="0"/>
              <a:t>: Database Design</a:t>
            </a:r>
          </a:p>
          <a:p>
            <a:r>
              <a:rPr lang="en-US" dirty="0"/>
              <a:t>Eva</a:t>
            </a:r>
            <a:r>
              <a:rPr dirty="0"/>
              <a:t>: Documentation &amp;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346</Words>
  <Application>Microsoft Office PowerPoint</Application>
  <PresentationFormat>On-screen Show (4:3)</PresentationFormat>
  <Paragraphs>79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Project Name</vt:lpstr>
      <vt:lpstr>Team Members</vt:lpstr>
      <vt:lpstr>Project Ideas</vt:lpstr>
      <vt:lpstr>Problem Statement</vt:lpstr>
      <vt:lpstr>Project Proposal</vt:lpstr>
      <vt:lpstr>System Components</vt:lpstr>
      <vt:lpstr>Module Breakdown</vt:lpstr>
      <vt:lpstr>Technology Used</vt:lpstr>
      <vt:lpstr>Statement of Work</vt:lpstr>
      <vt:lpstr>Planned Future Work</vt:lpstr>
      <vt:lpstr>Timeline</vt:lpstr>
      <vt:lpstr>Team Responsibilities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Buesse</dc:creator>
  <cp:keywords/>
  <dc:description>generated using python-pptx</dc:description>
  <cp:lastModifiedBy>Alex Hildreth</cp:lastModifiedBy>
  <cp:revision>4</cp:revision>
  <dcterms:created xsi:type="dcterms:W3CDTF">2013-01-27T09:14:16Z</dcterms:created>
  <dcterms:modified xsi:type="dcterms:W3CDTF">2026-02-17T20:33:21Z</dcterms:modified>
  <cp:category/>
</cp:coreProperties>
</file>